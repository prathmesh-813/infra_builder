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411480" y="1280160"/>
            <a:ext cx="2834640" cy="2834640"/>
          </a:xfrm>
          <a:prstGeom prst="rect">
            <a:avLst/>
          </a:prstGeom>
          <a:solidFill>
            <a:srgbClr val="FFFFFF">
              <a:alpha val="12000"/>
            </a:srgbClr>
          </a:solidFill>
          <a:ln w="15240">
            <a:solidFill>
              <a:srgbClr val="4B72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685800" y="1554480"/>
            <a:ext cx="2286000" cy="2286000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6B8D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2240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⚡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" y="3520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InfraStudio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rot="-2700000">
            <a:off x="10058400" y="5120640"/>
            <a:ext cx="41148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2700000">
            <a:off x="10469880" y="5532120"/>
            <a:ext cx="329184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2700000">
            <a:off x="10835640" y="5897880"/>
            <a:ext cx="24688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2700000">
            <a:off x="11247120" y="-457200"/>
            <a:ext cx="22860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2700000">
            <a:off x="11612880" y="-457200"/>
            <a:ext cx="1645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371600"/>
            <a:ext cx="7589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InfraStudio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4206240" y="26517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Command Centre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06240" y="324612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compare, and deploy cloud infrastructure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unified platform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4005072"/>
            <a:ext cx="4114800" cy="0"/>
          </a:xfrm>
          <a:prstGeom prst="line">
            <a:avLst/>
          </a:prstGeom>
          <a:noFill/>
          <a:ln w="6350">
            <a:solidFill>
              <a:srgbClr val="64748B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413308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3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Darekar  |  AIT Global Inc      Amol Funde  |  AIT Global Inc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06240" y="44805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 Kadam  |  AIT Global Inc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06240" y="482803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</a:t>
            </a:r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700000">
            <a:off x="10058400" y="5120640"/>
            <a:ext cx="41148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700000">
            <a:off x="10469880" y="5532120"/>
            <a:ext cx="329184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2700000">
            <a:off x="10835640" y="5897880"/>
            <a:ext cx="24688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11247120" y="-457200"/>
            <a:ext cx="22860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11612880" y="-457200"/>
            <a:ext cx="1645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0" y="137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GLOBAL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097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47472" y="713232"/>
            <a:ext cx="11430000" cy="0"/>
          </a:xfrm>
          <a:prstGeom prst="line">
            <a:avLst/>
          </a:prstGeom>
          <a:noFill/>
          <a:ln w="635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modules across three phases — Overview, Features, and Operations.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123444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182880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1828800"/>
            <a:ext cx="33832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Platform Introduction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3090672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090672"/>
            <a:ext cx="33832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Key Capabilities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" y="4352544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4352544"/>
            <a:ext cx="33832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Tech Architecture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61104" y="123444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61104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61104" y="182880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98264" y="1828800"/>
            <a:ext cx="33832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Terraform Builder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61104" y="3090672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98264" y="3090672"/>
            <a:ext cx="33832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Cost Intelligence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61104" y="4352544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98264" y="4352544"/>
            <a:ext cx="33832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Direct Deploy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74736" y="123444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74736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74736" y="182880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11896" y="1828800"/>
            <a:ext cx="33832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Compute Optimizer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74736" y="3090672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11896" y="3090672"/>
            <a:ext cx="33832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Monitoring &amp; Analytics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74736" y="4352544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11896" y="4352544"/>
            <a:ext cx="33832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Operations Suite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174736" y="5614416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11896" y="5614416"/>
            <a:ext cx="33832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Roadmap &amp; Pricing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700000">
            <a:off x="10058400" y="5120640"/>
            <a:ext cx="41148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700000">
            <a:off x="10469880" y="5532120"/>
            <a:ext cx="329184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2700000">
            <a:off x="10835640" y="5897880"/>
            <a:ext cx="24688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11247120" y="-457200"/>
            <a:ext cx="22860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11612880" y="-457200"/>
            <a:ext cx="1645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0" y="137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GLOBAL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097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47472" y="713232"/>
            <a:ext cx="11430000" cy="0"/>
          </a:xfrm>
          <a:prstGeom prst="line">
            <a:avLst/>
          </a:prstGeom>
          <a:noFill/>
          <a:ln w="635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8412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118872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335024"/>
            <a:ext cx="475488" cy="47548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335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133502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Disconnected Tools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170992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Terminal, Docker, Grafana, CI/CD — each requiring a context switch and domain expertise.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761488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907792"/>
            <a:ext cx="475488" cy="47548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077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290779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IaC Authoring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568" y="3282696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Terraform or Ansible from scratch takes hours and requires specialist knowledge.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4334256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480560"/>
            <a:ext cx="475488" cy="47548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480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5568" y="448056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Visibility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85546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to compare AWS, Azure, and GCP costs before provisioning resources.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8412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1188720"/>
            <a:ext cx="5760720" cy="1371600"/>
          </a:xfrm>
          <a:prstGeom prst="roundRect">
            <a:avLst>
              <a:gd name="adj" fmla="val 6667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129844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cloud tool.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172200" y="1719072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InfraStudio unifies IaC design, cost analysis, live deploy, monitoring, and AI automation in a single browser-based workspace.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80760" y="27249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80760" y="3063240"/>
            <a:ext cx="1810512" cy="2011680"/>
          </a:xfrm>
          <a:prstGeom prst="roundRect">
            <a:avLst>
              <a:gd name="adj" fmla="val 5051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324612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080760" y="397764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time freed from toil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28432" y="3063240"/>
            <a:ext cx="1810512" cy="2011680"/>
          </a:xfrm>
          <a:prstGeom prst="roundRect">
            <a:avLst>
              <a:gd name="adj" fmla="val 5051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28432" y="324612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028432" y="397764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deployed IaC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976104" y="3063240"/>
            <a:ext cx="1810512" cy="2011680"/>
          </a:xfrm>
          <a:prstGeom prst="roundRect">
            <a:avLst>
              <a:gd name="adj" fmla="val 5051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76104" y="324612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75–80%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976104" y="397764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 identified on average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700000">
            <a:off x="10058400" y="5120640"/>
            <a:ext cx="41148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700000">
            <a:off x="10469880" y="5532120"/>
            <a:ext cx="329184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2700000">
            <a:off x="10835640" y="5897880"/>
            <a:ext cx="24688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11247120" y="-457200"/>
            <a:ext cx="22860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11612880" y="-457200"/>
            <a:ext cx="1645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0" y="137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GLOBAL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097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47472" y="713232"/>
            <a:ext cx="11430000" cy="0"/>
          </a:xfrm>
          <a:prstGeom prst="line">
            <a:avLst/>
          </a:prstGeom>
          <a:noFill/>
          <a:ln w="635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integrated modules covering every stage of the infrastructure lifecycle.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1207008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37160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8912" y="193852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Builder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" y="2350008"/>
            <a:ext cx="19933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drag-and-drop HCL generation for AWS, Azure &amp; GCP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207008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37160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43200" y="193852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0" y="2350008"/>
            <a:ext cx="19933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multi-cloud pricing comparison with savings recommendations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56048" y="1207008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37160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☸️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47488" y="193852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Costing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47488" y="2350008"/>
            <a:ext cx="19933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workload cost explorer with architecture diagrams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60336" y="1207008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0336" y="137160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51776" y="193852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Deploy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51776" y="2350008"/>
            <a:ext cx="19933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 → auto-detect → deploy to K8s, Render, Railway, Fly.io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564624" y="1207008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64624" y="137160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656064" y="193852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Optimizer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56064" y="2350008"/>
            <a:ext cx="19933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instance right-sizing with cost impact analysis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7472" y="3630168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79476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38912" y="43616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38912" y="4773168"/>
            <a:ext cx="19933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health, drift detection, compliance &amp; incident tracking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651760" y="3630168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379476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2743200" y="43616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0" y="4773168"/>
            <a:ext cx="19933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trends, cost breakdowns, and team activity insights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630168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379476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047488" y="43616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47488" y="4773168"/>
            <a:ext cx="19933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playbook builder for configuration management automation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260336" y="3630168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0336" y="379476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351776" y="43616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351776" y="4773168"/>
            <a:ext cx="19933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Kubernetes-native cloud resource management with CRD design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564624" y="3630168"/>
            <a:ext cx="2176272" cy="2286000"/>
          </a:xfrm>
          <a:prstGeom prst="roundRect">
            <a:avLst>
              <a:gd name="adj" fmla="val 4202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564624" y="379476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9656064" y="43616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Suite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656064" y="4773168"/>
            <a:ext cx="19933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Agents, server registry, secrets vault &amp; cron schedules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700000">
            <a:off x="10058400" y="5120640"/>
            <a:ext cx="41148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700000">
            <a:off x="10469880" y="5532120"/>
            <a:ext cx="329184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2700000">
            <a:off x="10835640" y="5897880"/>
            <a:ext cx="24688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11247120" y="-457200"/>
            <a:ext cx="22860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11612880" y="-457200"/>
            <a:ext cx="1645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0" y="137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GLOBAL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097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Builder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47472" y="713232"/>
            <a:ext cx="11430000" cy="0"/>
          </a:xfrm>
          <a:prstGeom prst="line">
            <a:avLst/>
          </a:prstGeom>
          <a:noFill/>
          <a:ln w="635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drag-and-drop HCL infrastructure generation — no Terraform expertise required.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868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1188720"/>
            <a:ext cx="5486400" cy="987552"/>
          </a:xfrm>
          <a:prstGeom prst="roundRect">
            <a:avLst>
              <a:gd name="adj" fmla="val 9259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207008"/>
            <a:ext cx="5486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124358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Canvas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156362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resource blocks with live connection mapping and dependency resolution.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2286000"/>
            <a:ext cx="5486400" cy="987552"/>
          </a:xfrm>
          <a:prstGeom prst="roundRect">
            <a:avLst>
              <a:gd name="adj" fmla="val 9259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304288"/>
            <a:ext cx="5486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234086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266090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AWS, Azure &amp; GCP provider support with 50+ resource types across all services.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3383280"/>
            <a:ext cx="5486400" cy="987552"/>
          </a:xfrm>
          <a:prstGeom prst="roundRect">
            <a:avLst>
              <a:gd name="adj" fmla="val 9259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01568"/>
            <a:ext cx="5486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343814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 Export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375818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production-ready, formatted Terraform files in one click, ready to apply.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4480560"/>
            <a:ext cx="5486400" cy="987552"/>
          </a:xfrm>
          <a:prstGeom prst="roundRect">
            <a:avLst>
              <a:gd name="adj" fmla="val 9259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498848"/>
            <a:ext cx="5486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97280" y="453542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Preview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485546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plan preview showing resource changes before committing to infrastructure.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5577840"/>
            <a:ext cx="5486400" cy="987552"/>
          </a:xfrm>
          <a:prstGeom prst="roundRect">
            <a:avLst>
              <a:gd name="adj" fmla="val 9259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596128"/>
            <a:ext cx="5486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97280" y="563270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Support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595274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modules with variable injection and environment-specific configuration.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868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1188720"/>
            <a:ext cx="2651760" cy="2423160"/>
          </a:xfrm>
          <a:prstGeom prst="roundRect">
            <a:avLst>
              <a:gd name="adj" fmla="val 3774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16916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6172200" y="26700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52560" y="1188720"/>
            <a:ext cx="2651760" cy="2423160"/>
          </a:xfrm>
          <a:prstGeom prst="roundRect">
            <a:avLst>
              <a:gd name="adj" fmla="val 3774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2560" y="16916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9052560" y="26700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Types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72200" y="3794760"/>
            <a:ext cx="2651760" cy="2423160"/>
          </a:xfrm>
          <a:prstGeom prst="roundRect">
            <a:avLst>
              <a:gd name="adj" fmla="val 3774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4297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</a:t>
            </a:r>
            <a:endParaRPr lang="en-US" sz="4000" dirty="0"/>
          </a:p>
        </p:txBody>
      </p:sp>
      <p:sp>
        <p:nvSpPr>
          <p:cNvPr id="43" name="Text 41"/>
          <p:cNvSpPr/>
          <p:nvPr/>
        </p:nvSpPr>
        <p:spPr>
          <a:xfrm>
            <a:off x="6172200" y="52760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052560" y="3794760"/>
            <a:ext cx="2651760" cy="2423160"/>
          </a:xfrm>
          <a:prstGeom prst="roundRect">
            <a:avLst>
              <a:gd name="adj" fmla="val 3774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52560" y="4297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46" name="Text 44"/>
          <p:cNvSpPr/>
          <p:nvPr/>
        </p:nvSpPr>
        <p:spPr>
          <a:xfrm>
            <a:off x="9052560" y="52760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700000">
            <a:off x="10058400" y="5120640"/>
            <a:ext cx="41148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700000">
            <a:off x="10469880" y="5532120"/>
            <a:ext cx="329184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2700000">
            <a:off x="10835640" y="5897880"/>
            <a:ext cx="24688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11247120" y="-457200"/>
            <a:ext cx="22860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11612880" y="-457200"/>
            <a:ext cx="1645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0" y="137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GLOBAL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097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Intelligence Suite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47472" y="713232"/>
            <a:ext cx="11430000" cy="0"/>
          </a:xfrm>
          <a:prstGeom prst="line">
            <a:avLst/>
          </a:prstGeom>
          <a:noFill/>
          <a:ln w="635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powerful modules to compare, plan, and optimise your cloud spend before you spend 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1188720"/>
            <a:ext cx="5486400" cy="4892040"/>
          </a:xfrm>
          <a:prstGeom prst="roundRect">
            <a:avLst>
              <a:gd name="adj" fmla="val 1869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353312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Cost Comparison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187452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18288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pricing from AWS, Azure &amp; GCP APIs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269748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26517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service comparison canvas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352044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4747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vs cloud total cost modelling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434340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2976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recommendations with percentages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516636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51206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detailed comparison reports (PDF/CSV)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188720"/>
            <a:ext cx="5486400" cy="4892040"/>
          </a:xfrm>
          <a:prstGeom prst="roundRect">
            <a:avLst>
              <a:gd name="adj" fmla="val 1869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1353312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 K8s Costing Explorer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82512" y="187452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18288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CPU, memory, replicas &amp; storage per workload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82512" y="269748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3408" y="26517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architecture diagram auto-generation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82512" y="352044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3408" y="34747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Per-cloud cost breakdown for EKS, GKE &amp; AKS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82512" y="434340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3408" y="42976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download for complete K8s cluster setup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82512" y="516636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93408" y="51206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cluster cost comparison across providers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700000">
            <a:off x="10058400" y="5120640"/>
            <a:ext cx="41148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700000">
            <a:off x="10469880" y="5532120"/>
            <a:ext cx="329184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2700000">
            <a:off x="10835640" y="5897880"/>
            <a:ext cx="24688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11247120" y="-457200"/>
            <a:ext cx="22860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11612880" y="-457200"/>
            <a:ext cx="1645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0" y="137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GLOBAL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097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Deploy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47472" y="713232"/>
            <a:ext cx="11430000" cy="0"/>
          </a:xfrm>
          <a:prstGeom prst="line">
            <a:avLst/>
          </a:prstGeom>
          <a:noFill/>
          <a:ln w="635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any Git repository to live cloud infrastructure — in five steps, no CI/CD setup required.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1188720"/>
            <a:ext cx="2194560" cy="3520440"/>
          </a:xfrm>
          <a:prstGeom prst="roundRect">
            <a:avLst>
              <a:gd name="adj" fmla="val 41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2144" y="1389888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13898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" y="21488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Repo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606040"/>
            <a:ext cx="1975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GitHub / GitLab URL — public or private with token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23744" y="246888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688336" y="1188720"/>
            <a:ext cx="2194560" cy="3520440"/>
          </a:xfrm>
          <a:prstGeom prst="roundRect">
            <a:avLst>
              <a:gd name="adj" fmla="val 4167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93008" y="1389888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13898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688336" y="21488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98064" y="2606040"/>
            <a:ext cx="1975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detection: Node, Python, Go, Docker, Java, Ruby and more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64608" y="246888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029200" y="1188720"/>
            <a:ext cx="2194560" cy="3520440"/>
          </a:xfrm>
          <a:prstGeom prst="roundRect">
            <a:avLst>
              <a:gd name="adj" fmla="val 4167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33872" y="1389888"/>
            <a:ext cx="594360" cy="5943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33872" y="13898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0" y="21488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38928" y="2606040"/>
            <a:ext cx="1975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checks for secrets, CVEs &amp; misconfigurations in your repo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05472" y="246888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›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370064" y="1188720"/>
            <a:ext cx="2194560" cy="3520440"/>
          </a:xfrm>
          <a:prstGeom prst="roundRect">
            <a:avLst>
              <a:gd name="adj" fmla="val 4167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74736" y="1389888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74736" y="13898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370064" y="21488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79792" y="2606040"/>
            <a:ext cx="1975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Dockerfile, Helm charts, K8s manifests &amp; CI/CD pipelines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546336" y="246888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›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9710928" y="1188720"/>
            <a:ext cx="2194560" cy="3520440"/>
          </a:xfrm>
          <a:prstGeom prst="roundRect">
            <a:avLst>
              <a:gd name="adj" fmla="val 4167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15600" y="1389888"/>
            <a:ext cx="59436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5600" y="13898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710928" y="21488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820656" y="2606040"/>
            <a:ext cx="1975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K8s, EKS, Render, Railway, Fly.io or SSH/VPS targets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47472" y="49194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DEPLOYMENT TARGETS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47472" y="5230368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5230368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 Kubernetes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688336" y="5230368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88336" y="5230368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Render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29200" y="5230368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5230368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🚄  Railway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370064" y="5230368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70064" y="5230368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Fly.io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710928" y="5230368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10928" y="5230368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SSH / VPS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700000">
            <a:off x="10058400" y="5120640"/>
            <a:ext cx="41148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700000">
            <a:off x="10469880" y="5532120"/>
            <a:ext cx="329184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2700000">
            <a:off x="10835640" y="5897880"/>
            <a:ext cx="24688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11247120" y="-457200"/>
            <a:ext cx="22860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11612880" y="-457200"/>
            <a:ext cx="1645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0" y="137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GLOBAL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097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&amp; Monitor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47472" y="713232"/>
            <a:ext cx="11430000" cy="0"/>
          </a:xfrm>
          <a:prstGeom prst="line">
            <a:avLst/>
          </a:prstGeom>
          <a:noFill/>
          <a:ln w="635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right-sizing and real-time infrastructure health monitoring across all cloud providers.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868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OPTIMIZER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1170432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188720"/>
            <a:ext cx="594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70432" y="126187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0432" y="16459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to up/downgrade instances based on actual CPU and RAM utilisation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2542032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60320"/>
            <a:ext cx="594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💲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70432" y="263347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Impact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30175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exact monthly saving amount before making any changes to your fleet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3913632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31920"/>
            <a:ext cx="594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70432" y="400507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Sim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70432" y="43891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CPU / RAM metrics to test different right-sizing scenarios safely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5285232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303520"/>
            <a:ext cx="594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70432" y="537667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Compare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70432" y="57607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equivalent instance types across AWS, Azure and GCP side-by-side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44768" y="868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44768" y="1170432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1188720"/>
            <a:ext cx="594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🟢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967728" y="126187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67728" y="16459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infrastructure health with live utilisation metrics per resource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44768" y="2542032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2560320"/>
            <a:ext cx="594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967728" y="263347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67728" y="30175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drift detection and automated compliance scanning across your stack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44768" y="3913632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54496" y="3931920"/>
            <a:ext cx="594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967728" y="400507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Tracking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67728" y="43891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management with severity levels, escalation paths, and history log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44768" y="5285232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5303520"/>
            <a:ext cx="594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967728" y="537667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67728" y="57607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usage trend analysis and monthly cost forecasting dashboards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700000">
            <a:off x="10058400" y="5120640"/>
            <a:ext cx="41148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700000">
            <a:off x="10469880" y="5532120"/>
            <a:ext cx="329184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2700000">
            <a:off x="10835640" y="5897880"/>
            <a:ext cx="24688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11247120" y="-457200"/>
            <a:ext cx="22860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11612880" y="-457200"/>
            <a:ext cx="1645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0" y="137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GLOBAL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097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Suite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47472" y="713232"/>
            <a:ext cx="11430000" cy="0"/>
          </a:xfrm>
          <a:prstGeom prst="line">
            <a:avLst/>
          </a:prstGeom>
          <a:noFill/>
          <a:ln w="635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Orchestrate, automate, and secure your infrastructure operations with the built-in Oz platform.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1170432"/>
            <a:ext cx="5650992" cy="2423160"/>
          </a:xfrm>
          <a:prstGeom prst="roundRect">
            <a:avLst>
              <a:gd name="adj" fmla="val 3774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133502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07592" y="133502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" y="1883664"/>
            <a:ext cx="5349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intelligent agents to provision, migrate, or audit infrastructure autonomously. Monitor execution logs and status in real time.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" y="320040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7C3AED">
              <a:alpha val="1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2004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Auto-provision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13432" y="320040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7C3AED">
              <a:alpha val="1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13432" y="32004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logs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42232" y="320040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7C3AED">
              <a:alpha val="1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42232" y="32004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tasks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81344" y="1170432"/>
            <a:ext cx="5650992" cy="2423160"/>
          </a:xfrm>
          <a:prstGeom prst="roundRect">
            <a:avLst>
              <a:gd name="adj" fmla="val 3774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504" y="133502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141464" y="133502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Registry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18504" y="1883664"/>
            <a:ext cx="5349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manage SSH and Docker hosts as deployment targets. Agents securely connect using stored credentials from the vault.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18504" y="320040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0891B2">
              <a:alpha val="15000"/>
            </a:srgbClr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32004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targets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147304" y="320040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0891B2">
              <a:alpha val="15000"/>
            </a:srgbClr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47304" y="32004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hosts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976104" y="320040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0891B2">
              <a:alpha val="15000"/>
            </a:srgbClr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76104" y="32004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7472" y="3776472"/>
            <a:ext cx="5650992" cy="2423160"/>
          </a:xfrm>
          <a:prstGeom prst="roundRect">
            <a:avLst>
              <a:gd name="adj" fmla="val 3774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" y="394106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307592" y="394106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Vault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4632" y="4489704"/>
            <a:ext cx="5349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cloud credentials, SSH keys, and API tokens encrypted at rest using AES-256. Inject securely into agent runs without direct exposure.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" y="580644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EA580C">
              <a:alpha val="15000"/>
            </a:srgbClr>
          </a:solidFill>
          <a:ln w="762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" y="58064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313432" y="580644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EA580C">
              <a:alpha val="15000"/>
            </a:srgbClr>
          </a:solidFill>
          <a:ln w="7620">
            <a:solidFill>
              <a:srgbClr val="EA580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13432" y="58064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exposure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142232" y="580644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EA580C">
              <a:alpha val="15000"/>
            </a:srgbClr>
          </a:solidFill>
          <a:ln w="7620">
            <a:solidFill>
              <a:srgbClr val="EA58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42232" y="58064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access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181344" y="3776472"/>
            <a:ext cx="5650992" cy="2423160"/>
          </a:xfrm>
          <a:prstGeom prst="roundRect">
            <a:avLst>
              <a:gd name="adj" fmla="val 3774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18504" y="394106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7141464" y="394106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318504" y="4489704"/>
            <a:ext cx="5349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cron triggers for recurring agent jobs — nightly backups, compliance scans, cost reports, or drift detection checks.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18504" y="580644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2563EB">
              <a:alpha val="15000"/>
            </a:srgbClr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18504" y="58064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syntax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147304" y="580644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2563EB">
              <a:alpha val="15000"/>
            </a:srgbClr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47304" y="58064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9976104" y="5806440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2563EB">
              <a:alpha val="15000"/>
            </a:srgbClr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976104" y="58064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 history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700000">
            <a:off x="10058400" y="5120640"/>
            <a:ext cx="41148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700000">
            <a:off x="10469880" y="5532120"/>
            <a:ext cx="329184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2700000">
            <a:off x="10835640" y="5897880"/>
            <a:ext cx="24688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2700000">
            <a:off x="11247120" y="-457200"/>
            <a:ext cx="22860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2700000">
            <a:off x="11612880" y="-457200"/>
            <a:ext cx="1645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0" y="137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GLOBAL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2026 | AIT Global - Confidential &amp; Proprietary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097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Pricing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47472" y="713232"/>
            <a:ext cx="11430000" cy="0"/>
          </a:xfrm>
          <a:prstGeom prst="line">
            <a:avLst/>
          </a:prstGeom>
          <a:noFill/>
          <a:ln w="635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74980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plan and flexible subscription tiers for every team size.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868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1170432"/>
            <a:ext cx="5623560" cy="1234440"/>
          </a:xfrm>
          <a:prstGeom prst="roundRect">
            <a:avLst>
              <a:gd name="adj" fmla="val 7407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261872"/>
            <a:ext cx="960120" cy="411480"/>
          </a:xfrm>
          <a:prstGeom prst="roundRect">
            <a:avLst>
              <a:gd name="adj" fmla="val 1777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26187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08760" y="124358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160934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IaC tools live, public beta, first 50 users onboarded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2542032"/>
            <a:ext cx="5623560" cy="1234440"/>
          </a:xfrm>
          <a:prstGeom prst="roundRect">
            <a:avLst>
              <a:gd name="adj" fmla="val 7407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633472"/>
            <a:ext cx="960120" cy="411480"/>
          </a:xfrm>
          <a:prstGeom prst="roundRect">
            <a:avLst>
              <a:gd name="adj" fmla="val 1777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63347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M3–M6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08760" y="261518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08760" y="298094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tier + Stripe billing, AI optimizer GA, 100 paying customers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3913632"/>
            <a:ext cx="5623560" cy="1234440"/>
          </a:xfrm>
          <a:prstGeom prst="roundRect">
            <a:avLst>
              <a:gd name="adj" fmla="val 7407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4005072"/>
            <a:ext cx="96012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400507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M6–M9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08760" y="398678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08760" y="435254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tier + SSO, operations suite GA, 500 customers, marketplace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" y="5285232"/>
            <a:ext cx="5623560" cy="1234440"/>
          </a:xfrm>
          <a:prstGeom prst="roundRect">
            <a:avLst>
              <a:gd name="adj" fmla="val 7407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" y="5376672"/>
            <a:ext cx="960120" cy="411480"/>
          </a:xfrm>
          <a:prstGeom prst="roundRect">
            <a:avLst>
              <a:gd name="adj" fmla="val 17778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537667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M9–M12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08760" y="535838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508760" y="572414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pilots, custom agent integrations, SLA commitments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44768" y="868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44768" y="1170432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12344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95360" y="12344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91072" y="166420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IaC tools · Basic cost compare · Community support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44768" y="2542032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26060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59536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$29/mo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91072" y="303580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pricing APIs · AI optimisation · Priority support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44768" y="3913632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91072" y="3977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595360" y="39776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$99/mo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291072" y="440740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· Team audit logs · Shared secrets vault · SLA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44768" y="5285232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53492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595360" y="53492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91072" y="577900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 · Dedicated infra · White-label options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2026-07-02T13:43:53Z</dcterms:created>
  <dcterms:modified xsi:type="dcterms:W3CDTF">2026-07-02T13:43:53Z</dcterms:modified>
</cp:coreProperties>
</file>